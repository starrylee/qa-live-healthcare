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A8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7413" y="781348"/>
            <a:ext cx="49691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Live Healthcare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087413" y="1654373"/>
            <a:ext cx="49691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医生列表页面测试报告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136130" y="2590949"/>
            <a:ext cx="4871740" cy="1771055"/>
          </a:xfrm>
          <a:prstGeom prst="roundRect">
            <a:avLst>
              <a:gd name="adj" fmla="val 86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05522" y="2946350"/>
            <a:ext cx="39329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测试编号: 001-Doctor-List-Page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05522" y="3333601"/>
            <a:ext cx="39329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执行时间: 2026-03-21 11:56:34 (GMT+8)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05522" y="3720852"/>
            <a:ext cx="39329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测试状态: 全部通过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测试概述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771376"/>
            <a:ext cx="8128099" cy="641152"/>
          </a:xfrm>
          <a:prstGeom prst="roundRect">
            <a:avLst>
              <a:gd name="adj" fmla="val 79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771376"/>
            <a:ext cx="0" cy="6411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987177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测试名称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60394" y="987177"/>
            <a:ext cx="15796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001-医生列表页面测试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475929"/>
            <a:ext cx="8128099" cy="641152"/>
          </a:xfrm>
          <a:prstGeom prst="roundRect">
            <a:avLst>
              <a:gd name="adj" fmla="val 79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475929"/>
            <a:ext cx="0" cy="6411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1691729"/>
            <a:ext cx="634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执行时间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05204" y="1710779"/>
            <a:ext cx="14319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2026-03-21 11:56:34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2180481"/>
            <a:ext cx="8128099" cy="641152"/>
          </a:xfrm>
          <a:prstGeom prst="roundRect">
            <a:avLst>
              <a:gd name="adj" fmla="val 79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180481"/>
            <a:ext cx="0" cy="6411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001" y="2396282"/>
            <a:ext cx="15276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总步骤数 / 通过 / 失败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0702" y="2415332"/>
            <a:ext cx="5185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 / 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950" y="2885033"/>
            <a:ext cx="8128099" cy="641152"/>
          </a:xfrm>
          <a:prstGeom prst="roundRect">
            <a:avLst>
              <a:gd name="adj" fmla="val 79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2885033"/>
            <a:ext cx="0" cy="64115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001" y="3100834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总耗时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29860" y="3100834"/>
            <a:ext cx="590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74.10 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测试步骤与结果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771376"/>
            <a:ext cx="8128099" cy="949077"/>
          </a:xfrm>
          <a:prstGeom prst="roundRect">
            <a:avLst>
              <a:gd name="adj" fmla="val 80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771376"/>
            <a:ext cx="0" cy="949077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550" y="106813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4840" y="1141214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4501" y="1018877"/>
            <a:ext cx="656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访问首页并截图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44501" y="1272778"/>
            <a:ext cx="65619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成功访问首页并保存截图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30145" y="1025277"/>
            <a:ext cx="627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30145" y="1349127"/>
            <a:ext cx="6277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8.78s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1821954"/>
            <a:ext cx="8128099" cy="949077"/>
          </a:xfrm>
          <a:prstGeom prst="roundRect">
            <a:avLst>
              <a:gd name="adj" fmla="val 80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1821954"/>
            <a:ext cx="0" cy="949077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550" y="211871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4840" y="219179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44501" y="2069455"/>
            <a:ext cx="656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导航到医生列表页面并截图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4501" y="2323356"/>
            <a:ext cx="65619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成功导航到医生列表页面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30145" y="2075855"/>
            <a:ext cx="627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30145" y="2399705"/>
            <a:ext cx="6277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62.83s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2872532"/>
            <a:ext cx="8128099" cy="949077"/>
          </a:xfrm>
          <a:prstGeom prst="roundRect">
            <a:avLst>
              <a:gd name="adj" fmla="val 80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2872532"/>
            <a:ext cx="0" cy="949077"/>
          </a:xfrm>
          <a:prstGeom prst="line">
            <a:avLst/>
          </a:prstGeom>
          <a:noFill/>
          <a:ln w="38100">
            <a:solidFill>
              <a:srgbClr val="277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550" y="316929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4840" y="3242370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44501" y="3120033"/>
            <a:ext cx="656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验证医生数据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44501" y="3373934"/>
            <a:ext cx="65619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成功验证所有 5 位医生的数据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30145" y="3126432"/>
            <a:ext cx="627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30145" y="3450282"/>
            <a:ext cx="6277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0.008s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医生数据验证结果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77137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预期医生数据（来自 doctor-user-list.json）：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197102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5 位医生的数据均已正确显示在页面上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072902"/>
          <a:ext cx="8127950" cy="30480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286000"/>
                <a:gridCol w="2286000"/>
                <a:gridCol w="1828800"/>
              </a:tblGrid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序号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医生姓名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职称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科室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在线状态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张伟医生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主任医师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心内科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在线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李娜医生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副主任医师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儿科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在线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王强医生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主治医师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骨科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在线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刘敏医生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主任医师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妇产科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⭕ 离线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陈杰医生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副主任医师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消化内科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在线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测试截图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915864" y="771376"/>
            <a:ext cx="11760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 1: 首页截图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19639" y="771376"/>
            <a:ext cx="1493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 2: 医生列表页面</a:t>
            </a:r>
            <a:endParaRPr lang="en-US" sz="1200" dirty="0"/>
          </a:p>
        </p:txBody>
      </p:sp>
      <p:pic>
        <p:nvPicPr>
          <p:cNvPr id="6" name="Image 0" descr="/Users/nebula/repo/ai-training/homework-320/qa-live-healthcare/test/e2e/001-doctor-list-page/reports/001-doctor-list-page-result-20260321-115520/assets/screenshots/step-01-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082427"/>
            <a:ext cx="3936950" cy="3048000"/>
          </a:xfrm>
          <a:prstGeom prst="rect">
            <a:avLst/>
          </a:prstGeom>
        </p:spPr>
      </p:pic>
      <p:pic>
        <p:nvPicPr>
          <p:cNvPr id="7" name="Image 1" descr="/Users/nebula/repo/ai-training/homework-320/qa-live-healthcare/test/e2e/001-doctor-list-page/reports/001-doctor-list-page-result-20260321-115520/assets/screenshots/step-02-doctor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75" y="1082427"/>
            <a:ext cx="393695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6514" y="332333"/>
            <a:ext cx="5870823" cy="4478834"/>
          </a:xfrm>
          <a:prstGeom prst="roundRect">
            <a:avLst>
              <a:gd name="adj" fmla="val 45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5046" y="840284"/>
            <a:ext cx="443376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55046" y="1732359"/>
            <a:ext cx="44337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所有测试步骤通过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36950" y="2338685"/>
            <a:ext cx="1269950" cy="381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55046" y="2630686"/>
            <a:ext cx="443376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本测试验证了 QA Live Healthcare 平台的医生列表页面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55046" y="3016746"/>
            <a:ext cx="443376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能够正确加载并显示所有医生数据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55046" y="3402806"/>
            <a:ext cx="443376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位医生的姓名、职称、科室信息均已正确显示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55046" y="3941266"/>
            <a:ext cx="44337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报告生成时间: 2026-03-21 11:56:34 (GMT+8)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医生列表页面测试报告</dc:title>
  <dc:subject>001-Doctor-List-Page Test Report</dc:subject>
  <dc:creator>QA Live Healthcare Test Team</dc:creator>
  <cp:lastModifiedBy>QA Live Healthcare Test Team</cp:lastModifiedBy>
  <cp:revision>1</cp:revision>
  <dcterms:created xsi:type="dcterms:W3CDTF">2026-03-21T05:37:06Z</dcterms:created>
  <dcterms:modified xsi:type="dcterms:W3CDTF">2026-03-21T05:37:06Z</dcterms:modified>
</cp:coreProperties>
</file>